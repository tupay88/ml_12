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8" r:id="rId1"/>
  </p:sldMasterIdLst>
  <p:notesMasterIdLst>
    <p:notesMasterId r:id="rId9"/>
  </p:notesMasterIdLst>
  <p:handoutMasterIdLst>
    <p:handoutMasterId r:id="rId10"/>
  </p:handoutMasterIdLst>
  <p:sldIdLst>
    <p:sldId id="361" r:id="rId2"/>
    <p:sldId id="402" r:id="rId3"/>
    <p:sldId id="529" r:id="rId4"/>
    <p:sldId id="530" r:id="rId5"/>
    <p:sldId id="532" r:id="rId6"/>
    <p:sldId id="533" r:id="rId7"/>
    <p:sldId id="527" r:id="rId8"/>
  </p:sldIdLst>
  <p:sldSz cx="12192000" cy="6858000"/>
  <p:notesSz cx="6858000" cy="9236075"/>
  <p:embeddedFontLst>
    <p:embeddedFont>
      <p:font typeface="Franklin Gothic Book" panose="020B0503020102020204" pitchFamily="34" charset="0"/>
      <p:regular r:id="rId11"/>
      <p:italic r:id="rId12"/>
    </p:embeddedFont>
    <p:embeddedFont>
      <p:font typeface="Franklin Gothic Medium Cond" panose="020B0606030402020204" pitchFamily="34" charset="0"/>
      <p:regular r:id="rId13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805" userDrawn="1">
          <p15:clr>
            <a:srgbClr val="A4A3A4"/>
          </p15:clr>
        </p15:guide>
        <p15:guide id="3" orient="horz" pos="1067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189" userDrawn="1">
          <p15:clr>
            <a:srgbClr val="A4A3A4"/>
          </p15:clr>
        </p15:guide>
        <p15:guide id="3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, Katie (SEA-CRE)" initials="JK(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7400"/>
    <a:srgbClr val="F89F1F"/>
    <a:srgbClr val="F8901F"/>
    <a:srgbClr val="C66919"/>
    <a:srgbClr val="FFC600"/>
    <a:srgbClr val="FF8604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23" autoAdjust="0"/>
  </p:normalViewPr>
  <p:slideViewPr>
    <p:cSldViewPr snapToGrid="0">
      <p:cViewPr varScale="1">
        <p:scale>
          <a:sx n="149" d="100"/>
          <a:sy n="149" d="100"/>
        </p:scale>
        <p:origin x="72" y="304"/>
      </p:cViewPr>
      <p:guideLst>
        <p:guide orient="horz" pos="2160"/>
        <p:guide orient="horz" pos="3805"/>
        <p:guide orient="horz" pos="1067"/>
        <p:guide pos="3840"/>
      </p:guideLst>
    </p:cSldViewPr>
  </p:slideViewPr>
  <p:outlineViewPr>
    <p:cViewPr>
      <p:scale>
        <a:sx n="33" d="100"/>
        <a:sy n="33" d="100"/>
      </p:scale>
      <p:origin x="0" y="63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54" y="72"/>
      </p:cViewPr>
      <p:guideLst>
        <p:guide orient="horz" pos="2909"/>
        <p:guide pos="2189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ur Gholamhossein, Zohre" userId="c75db313-d4a5-4280-95a5-8dee61326305" providerId="ADAL" clId="{69F3C539-4616-48A9-9760-1535762DB9F9}"/>
    <pc:docChg chg="undo custSel addSld delSld modSld sldOrd delMainMaster">
      <pc:chgData name="Pour Gholamhossein, Zohre" userId="c75db313-d4a5-4280-95a5-8dee61326305" providerId="ADAL" clId="{69F3C539-4616-48A9-9760-1535762DB9F9}" dt="2025-11-14T21:46:38.725" v="47"/>
      <pc:docMkLst>
        <pc:docMk/>
      </pc:docMkLst>
      <pc:sldChg chg="del">
        <pc:chgData name="Pour Gholamhossein, Zohre" userId="c75db313-d4a5-4280-95a5-8dee61326305" providerId="ADAL" clId="{69F3C539-4616-48A9-9760-1535762DB9F9}" dt="2025-11-14T21:45:08.789" v="17" actId="47"/>
        <pc:sldMkLst>
          <pc:docMk/>
          <pc:sldMk cId="4229842106" sldId="331"/>
        </pc:sldMkLst>
      </pc:sldChg>
      <pc:sldChg chg="ord">
        <pc:chgData name="Pour Gholamhossein, Zohre" userId="c75db313-d4a5-4280-95a5-8dee61326305" providerId="ADAL" clId="{69F3C539-4616-48A9-9760-1535762DB9F9}" dt="2025-11-14T21:46:38.725" v="47"/>
        <pc:sldMkLst>
          <pc:docMk/>
          <pc:sldMk cId="1355151656" sldId="402"/>
        </pc:sldMkLst>
      </pc:sldChg>
      <pc:sldChg chg="del">
        <pc:chgData name="Pour Gholamhossein, Zohre" userId="c75db313-d4a5-4280-95a5-8dee61326305" providerId="ADAL" clId="{69F3C539-4616-48A9-9760-1535762DB9F9}" dt="2025-11-14T21:45:23.486" v="19" actId="47"/>
        <pc:sldMkLst>
          <pc:docMk/>
          <pc:sldMk cId="1101921798" sldId="447"/>
        </pc:sldMkLst>
      </pc:sldChg>
      <pc:sldChg chg="del">
        <pc:chgData name="Pour Gholamhossein, Zohre" userId="c75db313-d4a5-4280-95a5-8dee61326305" providerId="ADAL" clId="{69F3C539-4616-48A9-9760-1535762DB9F9}" dt="2025-11-14T21:45:01.369" v="0" actId="47"/>
        <pc:sldMkLst>
          <pc:docMk/>
          <pc:sldMk cId="2818176574" sldId="479"/>
        </pc:sldMkLst>
      </pc:sldChg>
      <pc:sldChg chg="del">
        <pc:chgData name="Pour Gholamhossein, Zohre" userId="c75db313-d4a5-4280-95a5-8dee61326305" providerId="ADAL" clId="{69F3C539-4616-48A9-9760-1535762DB9F9}" dt="2025-11-14T21:45:02.085" v="2" actId="47"/>
        <pc:sldMkLst>
          <pc:docMk/>
          <pc:sldMk cId="812443072" sldId="485"/>
        </pc:sldMkLst>
      </pc:sldChg>
      <pc:sldChg chg="del">
        <pc:chgData name="Pour Gholamhossein, Zohre" userId="c75db313-d4a5-4280-95a5-8dee61326305" providerId="ADAL" clId="{69F3C539-4616-48A9-9760-1535762DB9F9}" dt="2025-11-14T21:45:09.985" v="18" actId="47"/>
        <pc:sldMkLst>
          <pc:docMk/>
          <pc:sldMk cId="3321404779" sldId="486"/>
        </pc:sldMkLst>
      </pc:sldChg>
      <pc:sldChg chg="del">
        <pc:chgData name="Pour Gholamhossein, Zohre" userId="c75db313-d4a5-4280-95a5-8dee61326305" providerId="ADAL" clId="{69F3C539-4616-48A9-9760-1535762DB9F9}" dt="2025-11-14T21:45:07.898" v="15" actId="47"/>
        <pc:sldMkLst>
          <pc:docMk/>
          <pc:sldMk cId="3374189550" sldId="487"/>
        </pc:sldMkLst>
      </pc:sldChg>
      <pc:sldChg chg="del">
        <pc:chgData name="Pour Gholamhossein, Zohre" userId="c75db313-d4a5-4280-95a5-8dee61326305" providerId="ADAL" clId="{69F3C539-4616-48A9-9760-1535762DB9F9}" dt="2025-11-14T21:45:07.548" v="14" actId="47"/>
        <pc:sldMkLst>
          <pc:docMk/>
          <pc:sldMk cId="630293837" sldId="488"/>
        </pc:sldMkLst>
      </pc:sldChg>
      <pc:sldChg chg="del">
        <pc:chgData name="Pour Gholamhossein, Zohre" userId="c75db313-d4a5-4280-95a5-8dee61326305" providerId="ADAL" clId="{69F3C539-4616-48A9-9760-1535762DB9F9}" dt="2025-11-14T21:45:02.323" v="3" actId="47"/>
        <pc:sldMkLst>
          <pc:docMk/>
          <pc:sldMk cId="3899550221" sldId="489"/>
        </pc:sldMkLst>
      </pc:sldChg>
      <pc:sldChg chg="del">
        <pc:chgData name="Pour Gholamhossein, Zohre" userId="c75db313-d4a5-4280-95a5-8dee61326305" providerId="ADAL" clId="{69F3C539-4616-48A9-9760-1535762DB9F9}" dt="2025-11-14T21:45:01.774" v="1" actId="47"/>
        <pc:sldMkLst>
          <pc:docMk/>
          <pc:sldMk cId="1102912705" sldId="491"/>
        </pc:sldMkLst>
      </pc:sldChg>
      <pc:sldChg chg="del">
        <pc:chgData name="Pour Gholamhossein, Zohre" userId="c75db313-d4a5-4280-95a5-8dee61326305" providerId="ADAL" clId="{69F3C539-4616-48A9-9760-1535762DB9F9}" dt="2025-11-14T21:45:06.605" v="13" actId="47"/>
        <pc:sldMkLst>
          <pc:docMk/>
          <pc:sldMk cId="3850230276" sldId="492"/>
        </pc:sldMkLst>
      </pc:sldChg>
      <pc:sldChg chg="del">
        <pc:chgData name="Pour Gholamhossein, Zohre" userId="c75db313-d4a5-4280-95a5-8dee61326305" providerId="ADAL" clId="{69F3C539-4616-48A9-9760-1535762DB9F9}" dt="2025-11-14T21:45:03.563" v="8" actId="47"/>
        <pc:sldMkLst>
          <pc:docMk/>
          <pc:sldMk cId="2029545012" sldId="494"/>
        </pc:sldMkLst>
      </pc:sldChg>
      <pc:sldChg chg="del">
        <pc:chgData name="Pour Gholamhossein, Zohre" userId="c75db313-d4a5-4280-95a5-8dee61326305" providerId="ADAL" clId="{69F3C539-4616-48A9-9760-1535762DB9F9}" dt="2025-11-14T21:45:03.152" v="6" actId="47"/>
        <pc:sldMkLst>
          <pc:docMk/>
          <pc:sldMk cId="482981307" sldId="495"/>
        </pc:sldMkLst>
      </pc:sldChg>
      <pc:sldChg chg="del">
        <pc:chgData name="Pour Gholamhossein, Zohre" userId="c75db313-d4a5-4280-95a5-8dee61326305" providerId="ADAL" clId="{69F3C539-4616-48A9-9760-1535762DB9F9}" dt="2025-11-14T21:45:08.113" v="16" actId="47"/>
        <pc:sldMkLst>
          <pc:docMk/>
          <pc:sldMk cId="34149125" sldId="496"/>
        </pc:sldMkLst>
      </pc:sldChg>
      <pc:sldChg chg="del">
        <pc:chgData name="Pour Gholamhossein, Zohre" userId="c75db313-d4a5-4280-95a5-8dee61326305" providerId="ADAL" clId="{69F3C539-4616-48A9-9760-1535762DB9F9}" dt="2025-11-14T21:45:02.778" v="5" actId="47"/>
        <pc:sldMkLst>
          <pc:docMk/>
          <pc:sldMk cId="1341456896" sldId="497"/>
        </pc:sldMkLst>
      </pc:sldChg>
      <pc:sldChg chg="del">
        <pc:chgData name="Pour Gholamhossein, Zohre" userId="c75db313-d4a5-4280-95a5-8dee61326305" providerId="ADAL" clId="{69F3C539-4616-48A9-9760-1535762DB9F9}" dt="2025-11-14T21:45:05.842" v="12" actId="47"/>
        <pc:sldMkLst>
          <pc:docMk/>
          <pc:sldMk cId="438319617" sldId="498"/>
        </pc:sldMkLst>
      </pc:sldChg>
      <pc:sldChg chg="del">
        <pc:chgData name="Pour Gholamhossein, Zohre" userId="c75db313-d4a5-4280-95a5-8dee61326305" providerId="ADAL" clId="{69F3C539-4616-48A9-9760-1535762DB9F9}" dt="2025-11-14T21:45:04.880" v="11" actId="47"/>
        <pc:sldMkLst>
          <pc:docMk/>
          <pc:sldMk cId="3254522719" sldId="499"/>
        </pc:sldMkLst>
      </pc:sldChg>
      <pc:sldChg chg="del">
        <pc:chgData name="Pour Gholamhossein, Zohre" userId="c75db313-d4a5-4280-95a5-8dee61326305" providerId="ADAL" clId="{69F3C539-4616-48A9-9760-1535762DB9F9}" dt="2025-11-14T21:45:04.020" v="10" actId="47"/>
        <pc:sldMkLst>
          <pc:docMk/>
          <pc:sldMk cId="4043893593" sldId="500"/>
        </pc:sldMkLst>
      </pc:sldChg>
      <pc:sldChg chg="del">
        <pc:chgData name="Pour Gholamhossein, Zohre" userId="c75db313-d4a5-4280-95a5-8dee61326305" providerId="ADAL" clId="{69F3C539-4616-48A9-9760-1535762DB9F9}" dt="2025-11-14T21:45:03.766" v="9" actId="47"/>
        <pc:sldMkLst>
          <pc:docMk/>
          <pc:sldMk cId="4084176309" sldId="501"/>
        </pc:sldMkLst>
      </pc:sldChg>
      <pc:sldChg chg="del">
        <pc:chgData name="Pour Gholamhossein, Zohre" userId="c75db313-d4a5-4280-95a5-8dee61326305" providerId="ADAL" clId="{69F3C539-4616-48A9-9760-1535762DB9F9}" dt="2025-11-14T21:45:03.373" v="7" actId="47"/>
        <pc:sldMkLst>
          <pc:docMk/>
          <pc:sldMk cId="2057705717" sldId="502"/>
        </pc:sldMkLst>
      </pc:sldChg>
      <pc:sldChg chg="del">
        <pc:chgData name="Pour Gholamhossein, Zohre" userId="c75db313-d4a5-4280-95a5-8dee61326305" providerId="ADAL" clId="{69F3C539-4616-48A9-9760-1535762DB9F9}" dt="2025-11-14T21:45:02.573" v="4" actId="47"/>
        <pc:sldMkLst>
          <pc:docMk/>
          <pc:sldMk cId="1722909270" sldId="503"/>
        </pc:sldMkLst>
      </pc:sldChg>
      <pc:sldChg chg="del">
        <pc:chgData name="Pour Gholamhossein, Zohre" userId="c75db313-d4a5-4280-95a5-8dee61326305" providerId="ADAL" clId="{69F3C539-4616-48A9-9760-1535762DB9F9}" dt="2025-11-14T21:45:56.168" v="37" actId="47"/>
        <pc:sldMkLst>
          <pc:docMk/>
          <pc:sldMk cId="407128740" sldId="505"/>
        </pc:sldMkLst>
      </pc:sldChg>
      <pc:sldChg chg="del">
        <pc:chgData name="Pour Gholamhossein, Zohre" userId="c75db313-d4a5-4280-95a5-8dee61326305" providerId="ADAL" clId="{69F3C539-4616-48A9-9760-1535762DB9F9}" dt="2025-11-14T21:45:35.929" v="22" actId="47"/>
        <pc:sldMkLst>
          <pc:docMk/>
          <pc:sldMk cId="87003747" sldId="507"/>
        </pc:sldMkLst>
      </pc:sldChg>
      <pc:sldChg chg="del">
        <pc:chgData name="Pour Gholamhossein, Zohre" userId="c75db313-d4a5-4280-95a5-8dee61326305" providerId="ADAL" clId="{69F3C539-4616-48A9-9760-1535762DB9F9}" dt="2025-11-14T21:45:47.657" v="32" actId="47"/>
        <pc:sldMkLst>
          <pc:docMk/>
          <pc:sldMk cId="1652753361" sldId="509"/>
        </pc:sldMkLst>
      </pc:sldChg>
      <pc:sldChg chg="add del">
        <pc:chgData name="Pour Gholamhossein, Zohre" userId="c75db313-d4a5-4280-95a5-8dee61326305" providerId="ADAL" clId="{69F3C539-4616-48A9-9760-1535762DB9F9}" dt="2025-11-14T21:45:52.168" v="36" actId="47"/>
        <pc:sldMkLst>
          <pc:docMk/>
          <pc:sldMk cId="3688680877" sldId="510"/>
        </pc:sldMkLst>
      </pc:sldChg>
      <pc:sldChg chg="del">
        <pc:chgData name="Pour Gholamhossein, Zohre" userId="c75db313-d4a5-4280-95a5-8dee61326305" providerId="ADAL" clId="{69F3C539-4616-48A9-9760-1535762DB9F9}" dt="2025-11-14T21:45:48.470" v="33" actId="47"/>
        <pc:sldMkLst>
          <pc:docMk/>
          <pc:sldMk cId="263926461" sldId="511"/>
        </pc:sldMkLst>
      </pc:sldChg>
      <pc:sldChg chg="del">
        <pc:chgData name="Pour Gholamhossein, Zohre" userId="c75db313-d4a5-4280-95a5-8dee61326305" providerId="ADAL" clId="{69F3C539-4616-48A9-9760-1535762DB9F9}" dt="2025-11-14T21:45:43.619" v="29" actId="47"/>
        <pc:sldMkLst>
          <pc:docMk/>
          <pc:sldMk cId="2938579358" sldId="514"/>
        </pc:sldMkLst>
      </pc:sldChg>
      <pc:sldChg chg="del">
        <pc:chgData name="Pour Gholamhossein, Zohre" userId="c75db313-d4a5-4280-95a5-8dee61326305" providerId="ADAL" clId="{69F3C539-4616-48A9-9760-1535762DB9F9}" dt="2025-11-14T21:45:45.912" v="30" actId="47"/>
        <pc:sldMkLst>
          <pc:docMk/>
          <pc:sldMk cId="1111798632" sldId="515"/>
        </pc:sldMkLst>
      </pc:sldChg>
      <pc:sldChg chg="del">
        <pc:chgData name="Pour Gholamhossein, Zohre" userId="c75db313-d4a5-4280-95a5-8dee61326305" providerId="ADAL" clId="{69F3C539-4616-48A9-9760-1535762DB9F9}" dt="2025-11-14T21:45:42.550" v="28" actId="47"/>
        <pc:sldMkLst>
          <pc:docMk/>
          <pc:sldMk cId="4283398952" sldId="517"/>
        </pc:sldMkLst>
      </pc:sldChg>
      <pc:sldChg chg="del">
        <pc:chgData name="Pour Gholamhossein, Zohre" userId="c75db313-d4a5-4280-95a5-8dee61326305" providerId="ADAL" clId="{69F3C539-4616-48A9-9760-1535762DB9F9}" dt="2025-11-14T21:45:39.074" v="25" actId="47"/>
        <pc:sldMkLst>
          <pc:docMk/>
          <pc:sldMk cId="2262137422" sldId="518"/>
        </pc:sldMkLst>
      </pc:sldChg>
      <pc:sldChg chg="del">
        <pc:chgData name="Pour Gholamhossein, Zohre" userId="c75db313-d4a5-4280-95a5-8dee61326305" providerId="ADAL" clId="{69F3C539-4616-48A9-9760-1535762DB9F9}" dt="2025-11-14T21:45:37.674" v="24" actId="47"/>
        <pc:sldMkLst>
          <pc:docMk/>
          <pc:sldMk cId="1553162220" sldId="519"/>
        </pc:sldMkLst>
      </pc:sldChg>
      <pc:sldChg chg="del">
        <pc:chgData name="Pour Gholamhossein, Zohre" userId="c75db313-d4a5-4280-95a5-8dee61326305" providerId="ADAL" clId="{69F3C539-4616-48A9-9760-1535762DB9F9}" dt="2025-11-14T21:45:40.253" v="26" actId="47"/>
        <pc:sldMkLst>
          <pc:docMk/>
          <pc:sldMk cId="665889232" sldId="520"/>
        </pc:sldMkLst>
      </pc:sldChg>
      <pc:sldChg chg="del">
        <pc:chgData name="Pour Gholamhossein, Zohre" userId="c75db313-d4a5-4280-95a5-8dee61326305" providerId="ADAL" clId="{69F3C539-4616-48A9-9760-1535762DB9F9}" dt="2025-11-14T21:45:36.980" v="23" actId="47"/>
        <pc:sldMkLst>
          <pc:docMk/>
          <pc:sldMk cId="578998622" sldId="521"/>
        </pc:sldMkLst>
      </pc:sldChg>
      <pc:sldChg chg="del">
        <pc:chgData name="Pour Gholamhossein, Zohre" userId="c75db313-d4a5-4280-95a5-8dee61326305" providerId="ADAL" clId="{69F3C539-4616-48A9-9760-1535762DB9F9}" dt="2025-11-14T21:46:09.519" v="38" actId="47"/>
        <pc:sldMkLst>
          <pc:docMk/>
          <pc:sldMk cId="1520532970" sldId="522"/>
        </pc:sldMkLst>
      </pc:sldChg>
      <pc:sldChg chg="del">
        <pc:chgData name="Pour Gholamhossein, Zohre" userId="c75db313-d4a5-4280-95a5-8dee61326305" providerId="ADAL" clId="{69F3C539-4616-48A9-9760-1535762DB9F9}" dt="2025-11-14T21:46:10.496" v="39" actId="47"/>
        <pc:sldMkLst>
          <pc:docMk/>
          <pc:sldMk cId="4025193152" sldId="523"/>
        </pc:sldMkLst>
      </pc:sldChg>
      <pc:sldChg chg="del">
        <pc:chgData name="Pour Gholamhossein, Zohre" userId="c75db313-d4a5-4280-95a5-8dee61326305" providerId="ADAL" clId="{69F3C539-4616-48A9-9760-1535762DB9F9}" dt="2025-11-14T21:46:11.637" v="40" actId="47"/>
        <pc:sldMkLst>
          <pc:docMk/>
          <pc:sldMk cId="909410380" sldId="524"/>
        </pc:sldMkLst>
      </pc:sldChg>
      <pc:sldChg chg="del">
        <pc:chgData name="Pour Gholamhossein, Zohre" userId="c75db313-d4a5-4280-95a5-8dee61326305" providerId="ADAL" clId="{69F3C539-4616-48A9-9760-1535762DB9F9}" dt="2025-11-14T21:46:13.010" v="41" actId="47"/>
        <pc:sldMkLst>
          <pc:docMk/>
          <pc:sldMk cId="3956619322" sldId="525"/>
        </pc:sldMkLst>
      </pc:sldChg>
      <pc:sldChg chg="del">
        <pc:chgData name="Pour Gholamhossein, Zohre" userId="c75db313-d4a5-4280-95a5-8dee61326305" providerId="ADAL" clId="{69F3C539-4616-48A9-9760-1535762DB9F9}" dt="2025-11-14T21:45:34.081" v="21" actId="47"/>
        <pc:sldMkLst>
          <pc:docMk/>
          <pc:sldMk cId="1699384921" sldId="526"/>
        </pc:sldMkLst>
      </pc:sldChg>
      <pc:sldChg chg="del">
        <pc:chgData name="Pour Gholamhossein, Zohre" userId="c75db313-d4a5-4280-95a5-8dee61326305" providerId="ADAL" clId="{69F3C539-4616-48A9-9760-1535762DB9F9}" dt="2025-11-14T21:45:46.827" v="31" actId="47"/>
        <pc:sldMkLst>
          <pc:docMk/>
          <pc:sldMk cId="3863477238" sldId="530"/>
        </pc:sldMkLst>
      </pc:sldChg>
      <pc:sldChg chg="del">
        <pc:chgData name="Pour Gholamhossein, Zohre" userId="c75db313-d4a5-4280-95a5-8dee61326305" providerId="ADAL" clId="{69F3C539-4616-48A9-9760-1535762DB9F9}" dt="2025-11-14T21:45:25.844" v="20" actId="47"/>
        <pc:sldMkLst>
          <pc:docMk/>
          <pc:sldMk cId="3191024508" sldId="531"/>
        </pc:sldMkLst>
      </pc:sldChg>
      <pc:sldChg chg="del">
        <pc:chgData name="Pour Gholamhossein, Zohre" userId="c75db313-d4a5-4280-95a5-8dee61326305" providerId="ADAL" clId="{69F3C539-4616-48A9-9760-1535762DB9F9}" dt="2025-11-14T21:45:49.489" v="34" actId="47"/>
        <pc:sldMkLst>
          <pc:docMk/>
          <pc:sldMk cId="3535944510" sldId="532"/>
        </pc:sldMkLst>
      </pc:sldChg>
      <pc:sldChg chg="del">
        <pc:chgData name="Pour Gholamhossein, Zohre" userId="c75db313-d4a5-4280-95a5-8dee61326305" providerId="ADAL" clId="{69F3C539-4616-48A9-9760-1535762DB9F9}" dt="2025-11-14T21:45:41.533" v="27" actId="47"/>
        <pc:sldMkLst>
          <pc:docMk/>
          <pc:sldMk cId="2519431506" sldId="533"/>
        </pc:sldMkLst>
      </pc:sldChg>
      <pc:sldMasterChg chg="del delSldLayout">
        <pc:chgData name="Pour Gholamhossein, Zohre" userId="c75db313-d4a5-4280-95a5-8dee61326305" providerId="ADAL" clId="{69F3C539-4616-48A9-9760-1535762DB9F9}" dt="2025-11-14T21:45:01.774" v="1" actId="47"/>
        <pc:sldMasterMkLst>
          <pc:docMk/>
          <pc:sldMasterMk cId="1118102950" sldId="2147483748"/>
        </pc:sldMasterMkLst>
        <pc:sldLayoutChg chg="del">
          <pc:chgData name="Pour Gholamhossein, Zohre" userId="c75db313-d4a5-4280-95a5-8dee61326305" providerId="ADAL" clId="{69F3C539-4616-48A9-9760-1535762DB9F9}" dt="2025-11-14T21:45:01.774" v="1" actId="47"/>
          <pc:sldLayoutMkLst>
            <pc:docMk/>
            <pc:sldMasterMk cId="1118102950" sldId="2147483748"/>
            <pc:sldLayoutMk cId="2297688672" sldId="2147483749"/>
          </pc:sldLayoutMkLst>
        </pc:sldLayoutChg>
        <pc:sldLayoutChg chg="del">
          <pc:chgData name="Pour Gholamhossein, Zohre" userId="c75db313-d4a5-4280-95a5-8dee61326305" providerId="ADAL" clId="{69F3C539-4616-48A9-9760-1535762DB9F9}" dt="2025-11-14T21:45:01.774" v="1" actId="47"/>
          <pc:sldLayoutMkLst>
            <pc:docMk/>
            <pc:sldMasterMk cId="1118102950" sldId="2147483748"/>
            <pc:sldLayoutMk cId="3151382317" sldId="2147483750"/>
          </pc:sldLayoutMkLst>
        </pc:sldLayoutChg>
        <pc:sldLayoutChg chg="del">
          <pc:chgData name="Pour Gholamhossein, Zohre" userId="c75db313-d4a5-4280-95a5-8dee61326305" providerId="ADAL" clId="{69F3C539-4616-48A9-9760-1535762DB9F9}" dt="2025-11-14T21:45:01.774" v="1" actId="47"/>
          <pc:sldLayoutMkLst>
            <pc:docMk/>
            <pc:sldMasterMk cId="1118102950" sldId="2147483748"/>
            <pc:sldLayoutMk cId="1008897402" sldId="214748375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20E8A7-10C0-4A3F-8A5F-C23C99458661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4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3BDA8F0-F90F-480B-81BF-DD12E634F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23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981E3B-E2FD-4482-B46D-D6CD1BE21990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0838" y="692150"/>
            <a:ext cx="6157912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58" tIns="46229" rIns="92458" bIns="4622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87136"/>
            <a:ext cx="5486400" cy="4156234"/>
          </a:xfrm>
          <a:prstGeom prst="rect">
            <a:avLst/>
          </a:prstGeom>
        </p:spPr>
        <p:txBody>
          <a:bodyPr vert="horz" lIns="92458" tIns="46229" rIns="92458" bIns="4622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02FC391-0479-4A70-8AC8-8F764AAA7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934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2FC391-0479-4A70-8AC8-8F764AAA773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5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B36D-8E8D-2543-92E3-2EF91E646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86" y="2204864"/>
            <a:ext cx="10517030" cy="368855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39543DF4-BF30-C14A-B01B-CB534EADF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86" y="1052736"/>
            <a:ext cx="10517030" cy="1003622"/>
          </a:xfrm>
          <a:prstGeom prst="rect">
            <a:avLst/>
          </a:prstGeom>
        </p:spPr>
        <p:txBody>
          <a:bodyPr/>
          <a:lstStyle>
            <a:lvl1pPr algn="l">
              <a:defRPr sz="4400" b="1" i="0">
                <a:solidFill>
                  <a:schemeClr val="bg2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247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No Page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07DBE2-E03C-EA4A-84FC-B6197DCC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86" y="1484784"/>
            <a:ext cx="10517030" cy="1011426"/>
          </a:xfrm>
          <a:prstGeom prst="rect">
            <a:avLst/>
          </a:prstGeom>
        </p:spPr>
        <p:txBody>
          <a:bodyPr/>
          <a:lstStyle>
            <a:lvl1pPr algn="l">
              <a:defRPr sz="6000" b="1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778467-A2C7-7F4D-BF67-263E1939B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7486" y="2564904"/>
            <a:ext cx="10517030" cy="2952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5300"/>
              </a:lnSpc>
              <a:spcBef>
                <a:spcPts val="0"/>
              </a:spcBef>
              <a:buFontTx/>
              <a:buNone/>
              <a:defRPr sz="50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2pPr>
            <a:lvl3pPr marL="9144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3pPr>
            <a:lvl4pPr marL="13716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4pPr>
            <a:lvl5pPr marL="18288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51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nk_Ad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40A0D-ECEB-EB4B-B5DE-6EBA652E64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98808" y="1557338"/>
            <a:ext cx="8865897" cy="40322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9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46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105151" y="979059"/>
            <a:ext cx="5981700" cy="583047"/>
          </a:xfrm>
        </p:spPr>
        <p:txBody>
          <a:bodyPr/>
          <a:lstStyle>
            <a:lvl1pPr marL="0" indent="0" algn="ctr">
              <a:buNone/>
              <a:defRPr sz="3200" b="0"/>
            </a:lvl1pPr>
          </a:lstStyle>
          <a:p>
            <a:pPr algn="ctr"/>
            <a:r>
              <a:rPr lang="en-US" sz="3200" b="1" dirty="0">
                <a:latin typeface="Franklin Gothic Book" panose="020B0503020102020204" pitchFamily="34" charset="0"/>
              </a:rPr>
              <a:t>&lt;Session&gt;-&lt;Paper#&gt;</a:t>
            </a:r>
            <a:endParaRPr lang="en-US" dirty="0"/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768474"/>
            <a:ext cx="10363200" cy="1470024"/>
          </a:xfrm>
        </p:spPr>
        <p:txBody>
          <a:bodyPr>
            <a:normAutofit/>
          </a:bodyPr>
          <a:lstStyle>
            <a:lvl1pPr marL="0" indent="0" algn="ctr">
              <a:buNone/>
              <a:defRPr sz="4400" b="1"/>
            </a:lvl1pPr>
            <a:lvl2pPr marL="347472" indent="0">
              <a:buNone/>
              <a:defRPr/>
            </a:lvl2pPr>
          </a:lstStyle>
          <a:p>
            <a:pPr lvl="0"/>
            <a:r>
              <a:rPr lang="en-US" dirty="0"/>
              <a:t>&lt;Title of Presentation&gt;</a:t>
            </a:r>
          </a:p>
          <a:p>
            <a:pPr lvl="2"/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5"/>
            <a:ext cx="8534400" cy="1348409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&lt;Author Names&gt;</a:t>
            </a:r>
          </a:p>
        </p:txBody>
      </p:sp>
      <p:sp>
        <p:nvSpPr>
          <p:cNvPr id="7" name="Content Placeholder 29"/>
          <p:cNvSpPr>
            <a:spLocks noGrp="1"/>
          </p:cNvSpPr>
          <p:nvPr>
            <p:ph sz="quarter" idx="15" hasCustomPrompt="1"/>
          </p:nvPr>
        </p:nvSpPr>
        <p:spPr>
          <a:xfrm>
            <a:off x="1828800" y="4560409"/>
            <a:ext cx="8534400" cy="908366"/>
          </a:xfrm>
        </p:spPr>
        <p:txBody>
          <a:bodyPr>
            <a:normAutofit/>
          </a:bodyPr>
          <a:lstStyle>
            <a:lvl1pPr marL="0" indent="0" algn="ctr">
              <a:buNone/>
              <a:defRPr sz="2600" b="1"/>
            </a:lvl1pPr>
          </a:lstStyle>
          <a:p>
            <a:pPr lvl="0"/>
            <a:r>
              <a:rPr lang="en-US" dirty="0"/>
              <a:t>&lt;Affiliations&gt;</a:t>
            </a:r>
          </a:p>
        </p:txBody>
      </p:sp>
    </p:spTree>
    <p:extLst>
      <p:ext uri="{BB962C8B-B14F-4D97-AF65-F5344CB8AC3E}">
        <p14:creationId xmlns:p14="http://schemas.microsoft.com/office/powerpoint/2010/main" val="325791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4D9EB62-4DE2-08D2-B2AB-A74B2CE74CA6}"/>
              </a:ext>
            </a:extLst>
          </p:cNvPr>
          <p:cNvCxnSpPr>
            <a:cxnSpLocks/>
          </p:cNvCxnSpPr>
          <p:nvPr/>
        </p:nvCxnSpPr>
        <p:spPr>
          <a:xfrm>
            <a:off x="719137" y="841932"/>
            <a:ext cx="1075372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9C91DD-0A0F-61CA-A2E7-671202A6BAEB}"/>
              </a:ext>
            </a:extLst>
          </p:cNvPr>
          <p:cNvCxnSpPr/>
          <p:nvPr/>
        </p:nvCxnSpPr>
        <p:spPr>
          <a:xfrm>
            <a:off x="757155" y="806306"/>
            <a:ext cx="540067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8200" y="-46553"/>
            <a:ext cx="10515600" cy="729625"/>
          </a:xfrm>
        </p:spPr>
        <p:txBody>
          <a:bodyPr/>
          <a:lstStyle>
            <a:lvl1pPr>
              <a:defRPr sz="4400" b="1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1236133"/>
            <a:ext cx="10515600" cy="5007913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Wingdings" panose="05000000000000000000" pitchFamily="2" charset="2"/>
              <a:buChar char="q"/>
              <a:defRPr sz="3200" b="1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00000"/>
              </a:lnSpc>
              <a:buFont typeface="Wingdings" panose="05000000000000000000" pitchFamily="2" charset="2"/>
              <a:buChar char="Ø"/>
              <a:defRPr sz="2400" b="1">
                <a:latin typeface="Franklin Gothic Book" panose="020B0503020102020204" pitchFamily="34" charset="0"/>
              </a:defRPr>
            </a:lvl2pPr>
            <a:lvl3pPr marL="1085850" indent="-171450">
              <a:lnSpc>
                <a:spcPct val="100000"/>
              </a:lnSpc>
              <a:buFont typeface="Courier New" panose="02070309020205020404" pitchFamily="49" charset="0"/>
              <a:buChar char="o"/>
              <a:defRPr sz="2000" b="1">
                <a:latin typeface="Franklin Gothic Book" panose="020B0503020102020204" pitchFamily="34" charset="0"/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Subhead 1</a:t>
            </a:r>
          </a:p>
          <a:p>
            <a:pPr lvl="2"/>
            <a:r>
              <a:rPr lang="en-US" dirty="0"/>
              <a:t>Subhead 2</a:t>
            </a:r>
          </a:p>
          <a:p>
            <a:pPr lvl="2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6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0CB6-065A-5C50-2F7F-1FB383E5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5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3" name="Picture 2" descr="Isfahan University of Technology - Wikipedia">
            <a:extLst>
              <a:ext uri="{FF2B5EF4-FFF2-40B4-BE49-F238E27FC236}">
                <a16:creationId xmlns:a16="http://schemas.microsoft.com/office/drawing/2014/main" id="{FC297527-EAF9-528B-4204-7CF1E446D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350" y="90398"/>
            <a:ext cx="641359" cy="603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78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21163A-0771-4544-BA97-A26FBFD924F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420200"/>
            <a:ext cx="12195464" cy="468561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82BDF71A-DDC0-7E46-9B6E-A42D109237D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4870588" y="3789040"/>
            <a:ext cx="3756713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99908-0107-4575-AB40-26E488B68014}"/>
              </a:ext>
            </a:extLst>
          </p:cNvPr>
          <p:cNvSpPr txBox="1"/>
          <p:nvPr userDrawn="1"/>
        </p:nvSpPr>
        <p:spPr>
          <a:xfrm>
            <a:off x="11295745" y="6449760"/>
            <a:ext cx="12254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43C57B-F819-4970-A618-112200EFDF34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" charset="0"/>
                <a:cs typeface="Arial" charset="0"/>
              </a:rPr>
              <a:t>‹#›</a:t>
            </a:fld>
            <a:endParaRPr lang="en-US" sz="2200" b="0" i="0" dirty="0">
              <a:solidFill>
                <a:schemeClr val="bg1"/>
              </a:solidFill>
              <a:latin typeface="+mn-lt"/>
              <a:ea typeface="Arial" charset="0"/>
              <a:cs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A11D6-1227-4FB3-8F14-6FD9358C570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0891" y="0"/>
            <a:ext cx="845593" cy="842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C67153-3961-F908-12AE-DF510BF0EBE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295745" y="14469"/>
            <a:ext cx="893664" cy="82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3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6" r:id="rId6"/>
    <p:sldLayoutId id="2147483747" r:id="rId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-27709" y="1516098"/>
            <a:ext cx="11934702" cy="14655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0" dirty="0"/>
              <a:t>Predictive Incident Classification for the TTC Streetcar Operations</a:t>
            </a:r>
            <a:br>
              <a:rPr lang="en-US" sz="2400" dirty="0"/>
            </a:br>
            <a:r>
              <a:rPr lang="en-US" sz="3200" b="0" dirty="0"/>
              <a:t>From Reactive Response to Proactive Management</a:t>
            </a:r>
            <a:endParaRPr lang="en-US" sz="1800" dirty="0">
              <a:latin typeface="Franklin Gothic Book" panose="020B0503020102020204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subTitle" idx="1"/>
          </p:nvPr>
        </p:nvSpPr>
        <p:spPr>
          <a:xfrm>
            <a:off x="1188034" y="3632604"/>
            <a:ext cx="9169393" cy="487401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00"/>
              </a:spcBef>
            </a:pPr>
            <a:r>
              <a:rPr lang="en-US" sz="8000" dirty="0"/>
              <a:t>Member list and roles</a:t>
            </a:r>
          </a:p>
          <a:p>
            <a:pPr>
              <a:spcBef>
                <a:spcPts val="600"/>
              </a:spcBef>
            </a:pPr>
            <a:endParaRPr lang="nb-NO" sz="9600" dirty="0"/>
          </a:p>
          <a:p>
            <a:pPr>
              <a:spcBef>
                <a:spcPts val="600"/>
              </a:spcBef>
            </a:pPr>
            <a:r>
              <a:rPr lang="nb-NO" sz="9600" dirty="0"/>
              <a:t>Hossein : </a:t>
            </a:r>
            <a:r>
              <a:rPr lang="en-US" sz="9600" b="0" dirty="0"/>
              <a:t>Data Acquisition &amp; Cleaning Lead</a:t>
            </a:r>
            <a:endParaRPr lang="nb-NO" sz="9600" b="0" dirty="0"/>
          </a:p>
          <a:p>
            <a:pPr>
              <a:spcBef>
                <a:spcPts val="600"/>
              </a:spcBef>
            </a:pPr>
            <a:r>
              <a:rPr lang="nb-NO" sz="9600" dirty="0"/>
              <a:t>Aman : </a:t>
            </a:r>
            <a:r>
              <a:rPr lang="en-US" sz="9600" b="0" dirty="0"/>
              <a:t>Exploratory Data Analysis &amp; Feature Engineering Lead</a:t>
            </a:r>
            <a:r>
              <a:rPr lang="nb-NO" sz="9600" b="0" dirty="0"/>
              <a:t> </a:t>
            </a:r>
          </a:p>
          <a:p>
            <a:pPr>
              <a:spcBef>
                <a:spcPts val="600"/>
              </a:spcBef>
            </a:pPr>
            <a:r>
              <a:rPr lang="nb-NO" sz="9600" dirty="0"/>
              <a:t>Antonio: </a:t>
            </a:r>
            <a:r>
              <a:rPr lang="en-US" sz="9600" b="0" dirty="0"/>
              <a:t>Model Development &amp; Optimization Lead</a:t>
            </a:r>
            <a:endParaRPr lang="nb-NO" sz="9600" b="0" dirty="0"/>
          </a:p>
          <a:p>
            <a:pPr>
              <a:spcBef>
                <a:spcPts val="600"/>
              </a:spcBef>
            </a:pPr>
            <a:r>
              <a:rPr lang="nb-NO" sz="9600" dirty="0"/>
              <a:t>Janice: </a:t>
            </a:r>
            <a:r>
              <a:rPr lang="en-US" sz="9600" b="0" dirty="0"/>
              <a:t>Evaluation, Visualization &amp; Reporting Lead </a:t>
            </a:r>
            <a:endParaRPr lang="nb-NO" sz="9600" b="0" dirty="0"/>
          </a:p>
          <a:p>
            <a:pPr marL="0" indent="0" algn="ctr">
              <a:spcBef>
                <a:spcPts val="600"/>
              </a:spcBef>
              <a:buNone/>
            </a:pPr>
            <a:endParaRPr lang="en-US" sz="2600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70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42AA0A-03B6-4056-9366-124148D0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1" y="0"/>
            <a:ext cx="10515600" cy="729625"/>
          </a:xfrm>
        </p:spPr>
        <p:txBody>
          <a:bodyPr/>
          <a:lstStyle/>
          <a:p>
            <a:r>
              <a:rPr lang="en-US" dirty="0"/>
              <a:t>The Problem &amp; Business Context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C411B-1842-C1D1-EB98-19C789D7EA2D}"/>
              </a:ext>
            </a:extLst>
          </p:cNvPr>
          <p:cNvSpPr txBox="1"/>
          <p:nvPr/>
        </p:nvSpPr>
        <p:spPr>
          <a:xfrm>
            <a:off x="628403" y="898933"/>
            <a:ext cx="112508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TTC experiences recurring streetcar delays impacting reliability and passenger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Operations are reactive with limited insight into which incident types cause disruptions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Project goal: </a:t>
            </a:r>
            <a:r>
              <a:rPr lang="en-US" sz="1600" b="1" dirty="0"/>
              <a:t>Predict and classify incident types</a:t>
            </a:r>
            <a:r>
              <a:rPr lang="en-US" sz="1600" dirty="0"/>
              <a:t> using historical data (2014–2025)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Key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Inefficient deployment of crews and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Limited visibility into high-risk routes, times, and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Recurring delays and customer dissatisfaction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Business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Better scheduling and targeted maintenance based on predicted incident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Data-driven decisions on where to invest (infrastructure, track, signals)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Reduced downtime and improved on-time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Expected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10–15% faster</a:t>
            </a:r>
            <a:r>
              <a:rPr lang="en-US" sz="1600" dirty="0"/>
              <a:t> incident response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Improved resource utilization and service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Clearer insights for planning, leadership, and passenger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35515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22"/>
    </mc:Choice>
    <mc:Fallback xmlns="">
      <p:transition spd="slow" advTm="370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9EA6-0F7F-08C3-5E53-54356723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763" y="-31889"/>
            <a:ext cx="7743825" cy="729625"/>
          </a:xfrm>
        </p:spPr>
        <p:txBody>
          <a:bodyPr/>
          <a:lstStyle/>
          <a:p>
            <a:r>
              <a:rPr lang="en-US" dirty="0"/>
              <a:t>Data &amp; Methodology Overview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7F5E7-B79E-3655-60C1-EDA2AF94FF99}"/>
              </a:ext>
            </a:extLst>
          </p:cNvPr>
          <p:cNvSpPr txBox="1"/>
          <p:nvPr/>
        </p:nvSpPr>
        <p:spPr>
          <a:xfrm>
            <a:off x="616528" y="1075315"/>
            <a:ext cx="104077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Dataset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2014–2024 TTC streetcar delay data (11 years, all routes)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93,274 incident records consolidated from 12 CSV/Excel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Key features: time (date/hour/day), route/vehicle/location, incident type (target), delay duration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Data Quality &amp; Prep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Standardized columns across years; merged all files into one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Missing values imputed (numeric → 0, categorical → “Unknown”)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Final dataset: 93k rows × 11 features, sorted chronologically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Risks &amp;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Class imbalance: Mechanical/general delays dominate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Missing data assumptions may affect temporal/vehicle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Inconsistent data collection over 11 years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Methodology (High-Level)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Phase 1 – Consolidation: Merge files, clean data, assess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Phase 2 – EDA: Identify top incident types, rush-hour peaks, winter seasonality, high-incident routes (501/504)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Phase 3 – Feature Engineering: Add time-based, delay-severity, and encoded categorical features → 22 total features</a:t>
            </a:r>
          </a:p>
        </p:txBody>
      </p:sp>
    </p:spTree>
    <p:extLst>
      <p:ext uri="{BB962C8B-B14F-4D97-AF65-F5344CB8AC3E}">
        <p14:creationId xmlns:p14="http://schemas.microsoft.com/office/powerpoint/2010/main" val="85116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DE20-B91D-C3C7-A555-B64D68A2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-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146EB-E805-3990-159D-04078FE86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4581" y="925043"/>
            <a:ext cx="10515600" cy="500791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Build and optimize ML models to predict incident types using engineered temporal, operational, and delay-related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600" dirty="0"/>
              <a:t>Models Evaluated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Logistic Regression (Baseline)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Random Forest (RF)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Gradient Boosting (GB)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600" dirty="0"/>
              <a:t>Class Imbalance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Techniques: class weights / sampling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Focus: Reduce false negatives in critical classes (Mechanical, General Delay, MTPU, Held By)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Evaluation emphasized per-class metrics and weighted averages.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600" dirty="0"/>
              <a:t>Hyperparameter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Methods: </a:t>
            </a:r>
            <a:r>
              <a:rPr lang="en-US" sz="1400" dirty="0" err="1"/>
              <a:t>GridSearchCV</a:t>
            </a:r>
            <a:r>
              <a:rPr lang="en-US" sz="1400" dirty="0"/>
              <a:t> / </a:t>
            </a:r>
            <a:r>
              <a:rPr lang="en-US" sz="1400" dirty="0" err="1"/>
              <a:t>RandomizedSearchCV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Tuned parameters improved model stability and overall F1-scores.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600" dirty="0"/>
              <a:t>Final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Gradient Boosting (GB) chosen as final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Consistently outperformed alternatives during both rush and non-rush hour evaluations.</a:t>
            </a:r>
          </a:p>
        </p:txBody>
      </p:sp>
      <p:pic>
        <p:nvPicPr>
          <p:cNvPr id="1026" name="Picture 2" descr="Model Comparison">
            <a:extLst>
              <a:ext uri="{FF2B5EF4-FFF2-40B4-BE49-F238E27FC236}">
                <a16:creationId xmlns:a16="http://schemas.microsoft.com/office/drawing/2014/main" id="{25E08B71-38B8-332C-020B-180A50A30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066" y="1666639"/>
            <a:ext cx="6176931" cy="4412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80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B3D1-5A2B-7CE1-015D-58699501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81CE-CC9E-621C-5BF2-9389D91F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Key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A6ED5-73D5-027C-299F-C20749AF2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326C0-AB6B-4550-10B7-4C767678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6" y="927913"/>
            <a:ext cx="4528813" cy="2687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E0C004-6A26-B8CC-9F4B-2FA441924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903" y="890505"/>
            <a:ext cx="4888550" cy="29013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7A60B9-D9A9-4B63-DC85-06CC5629D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98" y="3824242"/>
            <a:ext cx="4308324" cy="25569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E7D3F2-42AB-F07A-FBBE-E92F79BCD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144" y="3879790"/>
            <a:ext cx="4308324" cy="255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7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A26E-DA69-1C37-877E-B3E4133C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9255-258E-D44D-7E52-C1ADA541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17879-4DE5-C126-673F-CC1AE0008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491" y="786498"/>
            <a:ext cx="10515600" cy="500791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Model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Moderate accuracy: Weighted F1 = 0.379, leaving substantial room for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Poor rush-hour performance: Especially weak on Severe incidents (F1 = 0.02 during rush hours).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Class imbalance persists: Minority incident types remain difficult to predict reliably.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Data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Historical-only data: Model may fail on new or shifting operational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Missing external factors: Weather, special events, construction, and traffic conditions not included.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Limited geographic granularity: Station/route data lacks detailed intersection- or segment-level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Temporal scope: Dataset may not reflect the most recent procedural or infrastructure changes.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Operational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Not yet real-time: Current version is a proof-of-concept; integration required for live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Human oversight needed: Intended to support—</a:t>
            </a:r>
            <a:r>
              <a:rPr lang="en-US" sz="1800" b="0" i="1" dirty="0"/>
              <a:t>not replace</a:t>
            </a:r>
            <a:r>
              <a:rPr lang="en-US" sz="1800" b="0" dirty="0"/>
              <a:t>—operations staff judgment.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Model drift risk: Requires periodic monitoring and retraining as transit conditions evolve.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9654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63B41-307A-2681-3E4A-B5C192C02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2" descr="Canada: École Polytechnique de Montréal | Student">
            <a:extLst>
              <a:ext uri="{FF2B5EF4-FFF2-40B4-BE49-F238E27FC236}">
                <a16:creationId xmlns:a16="http://schemas.microsoft.com/office/drawing/2014/main" id="{5C2467FA-B2DB-A8FC-C6D6-7B256A4D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2" y="886622"/>
            <a:ext cx="11299455" cy="508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DDD1EB-E13C-8EEB-CBDA-A4E6CCDCD562}"/>
              </a:ext>
            </a:extLst>
          </p:cNvPr>
          <p:cNvSpPr txBox="1">
            <a:spLocks/>
          </p:cNvSpPr>
          <p:nvPr/>
        </p:nvSpPr>
        <p:spPr>
          <a:xfrm>
            <a:off x="1869439" y="1026285"/>
            <a:ext cx="5102862" cy="994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01922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1_Master">
  <a:themeElements>
    <a:clrScheme name="Custom 4">
      <a:dk1>
        <a:srgbClr val="000000"/>
      </a:dk1>
      <a:lt1>
        <a:srgbClr val="FFFFFF"/>
      </a:lt1>
      <a:dk2>
        <a:srgbClr val="134256"/>
      </a:dk2>
      <a:lt2>
        <a:srgbClr val="197084"/>
      </a:lt2>
      <a:accent1>
        <a:srgbClr val="4EB749"/>
      </a:accent1>
      <a:accent2>
        <a:srgbClr val="58AECA"/>
      </a:accent2>
      <a:accent3>
        <a:srgbClr val="8BB44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25907</TotalTime>
  <Words>626</Words>
  <Application>Microsoft Office PowerPoint</Application>
  <PresentationFormat>Widescreen</PresentationFormat>
  <Paragraphs>87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Courier New</vt:lpstr>
      <vt:lpstr>Times New Roman</vt:lpstr>
      <vt:lpstr>Franklin Gothic Book</vt:lpstr>
      <vt:lpstr>Franklin Gothic Medium Cond</vt:lpstr>
      <vt:lpstr>Calibri</vt:lpstr>
      <vt:lpstr>Wingdings</vt:lpstr>
      <vt:lpstr>Arial</vt:lpstr>
      <vt:lpstr>1_Master</vt:lpstr>
      <vt:lpstr>PowerPoint Presentation</vt:lpstr>
      <vt:lpstr>The Problem &amp; Business Context</vt:lpstr>
      <vt:lpstr>Data &amp; Methodology Overview</vt:lpstr>
      <vt:lpstr>Model Performance - Overview </vt:lpstr>
      <vt:lpstr>Results - Key Insights</vt:lpstr>
      <vt:lpstr> Limitations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sleistner</dc:creator>
  <cp:lastModifiedBy>Safa, Hossein</cp:lastModifiedBy>
  <cp:revision>757</cp:revision>
  <cp:lastPrinted>2015-10-12T17:01:40Z</cp:lastPrinted>
  <dcterms:created xsi:type="dcterms:W3CDTF">2011-11-17T21:50:28Z</dcterms:created>
  <dcterms:modified xsi:type="dcterms:W3CDTF">2025-11-14T22:59:28Z</dcterms:modified>
</cp:coreProperties>
</file>